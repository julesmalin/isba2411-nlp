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9 · LECTURE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F172A"/>
                </a:solidFill>
                <a:latin typeface="Helvetica Neue"/>
              </a:rPr>
              <a:t>Support Copilot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Evaluation, fairness, explainability and red-teaming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Four lectures went into building this system. This one measures it,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finds who it serves worst, and then tries to break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75569"/>
                </a:solidFill>
                <a:latin typeface="Helvetica Neue"/>
              </a:rPr>
              <a:t>Laptops open. A notebook walk, then a twenty-five minute team competition.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lectures of building, one of measuring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company, same inbox, same models. What changes is that tonight nothing is taken on trust.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2286000"/>
            <a:ext cx="11338560" cy="28014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0F172A"/>
                </a:solidFill>
                <a:latin typeface="Helvetica Neue"/>
              </a:rPr>
              <a:t>Eight blocks, sixteen steps: what each one measures and what it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whole session on one slide. Come back to it when you lose the thread.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low_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1" name="Picture 10" descr="fig_flow_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2" name="Picture 11" descr="fig_flow_L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3" name="Picture 12" descr="fig_flow_L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4" name="Picture 13" descr="fig_flow_L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5" name="Picture 14" descr="fig_flow_L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6" name="Picture 15" descr="fig_flow_L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7" name="Picture 16" descr="fig_flow_L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results to watch for while we run the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one of these is measured in the notebook. None of them is visible in an aggregate score.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2286000"/>
            <a:ext cx="11338560" cy="25786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Library against framework: who invokes whom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The mechanism, the API you write, and where each shows up in a stack trace.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64616"/>
            <a:ext cx="11612880" cy="414608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LangChain against LangGraph: the API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Same vendor, different object, and the step count is the dividing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lc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70084"/>
            <a:ext cx="11612880" cy="41351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THE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Can a normal customer email get past the safety catch?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Twenty-five minutes, one rule, one number. The system is frozen; only the wording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70" y="2057400"/>
            <a:ext cx="1113355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WHAT THE AUDIT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Three measurements of one system, and they disagree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is correct. Each describes a different part of the pipeline.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77440"/>
            <a:ext cx="11155680" cy="22651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50" b="1" i="0">
                <a:solidFill>
                  <a:srgbClr val="0F172A"/>
                </a:solidFill>
                <a:latin typeface="Helvetica Neue"/>
              </a:rPr>
              <a:t>Three questions on evaluation, fairness, and responsible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Twelve minutes. Each question starts from an assigned reading. Answer from a company you have worked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di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759" y="2194560"/>
            <a:ext cx="9356176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F172A"/>
                </a:solidFill>
                <a:latin typeface="Helvetica Neue"/>
              </a:rPr>
              <a:t>Five measurements of one pipeline, and what each one alone tells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row is a number from tonight's notebook and the single conclusion it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20" y="2103120"/>
            <a:ext cx="10831253" cy="4297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