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Helvetica Neue"/>
              </a:rPr>
              <a:t>Eight blocks, sixteen steps, three numbers that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9183"/>
            <a:ext cx="11612880" cy="41169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578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Library against framework: who invokes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The mechanism, the API you write, and where each shows up in a stack trace.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64616"/>
            <a:ext cx="11612880" cy="41460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against LangGraph: the API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vendor, different object, and the step count is the dividing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0084"/>
            <a:ext cx="11612880" cy="4135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Three questions: segment reporting, guardrails, and testing before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Answer from a company you have actually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422" y="2194560"/>
            <a:ext cx="1047484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F172A"/>
                </a:solidFill>
                <a:latin typeface="Helvetica Neue"/>
              </a:rPr>
              <a:t>Five measurements of one pipeline, and what each one alone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number from tonight's notebook and the single conclusion it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0" y="2103120"/>
            <a:ext cx="10831253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