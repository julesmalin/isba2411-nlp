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0F172A"/>
                </a:solidFill>
                <a:latin typeface="Helvetica Neue"/>
              </a:rPr>
              <a:t>Eight blocks, sixteen steps: what each one measures and what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_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1" name="Picture 10" descr="fig_flow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2" name="Picture 11" descr="fig_flow_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3" name="Picture 12" descr="fig_flow_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4" name="Picture 13" descr="fig_flow_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5" name="Picture 14" descr="fig_flow_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6" name="Picture 15" descr="fig_flow_L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7" name="Picture 16" descr="fig_flow_L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21" y="2103120"/>
            <a:ext cx="10415451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Library against framework: who invokes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The mechanism, the API you write, and where each shows up in a stack trace.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64616"/>
            <a:ext cx="11612880" cy="41460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against LangGraph: the API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vendor, different object, and the step count is the dividing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0084"/>
            <a:ext cx="11612880" cy="4135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50" b="1" i="0">
                <a:solidFill>
                  <a:srgbClr val="0F172A"/>
                </a:solidFill>
                <a:latin typeface="Helvetica Neue"/>
              </a:rPr>
              <a:t>Three questions on evaluation, fairness, and responsible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Each question starts from an assigned reading. Answer from a company you have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59" y="2194560"/>
            <a:ext cx="935617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F172A"/>
                </a:solidFill>
                <a:latin typeface="Helvetica Neue"/>
              </a:rPr>
              <a:t>Five measurements of one pipeline, and what each one alone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number from tonight's notebook and the single conclusion it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0" y="2103120"/>
            <a:ext cx="10831253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