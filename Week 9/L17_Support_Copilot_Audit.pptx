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0F172A"/>
                </a:solidFill>
                <a:latin typeface="Helvetica Neue"/>
              </a:rPr>
              <a:t>Eight blocks, sixteen steps: what each one measures and what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_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1" name="Picture 10" descr="fig_flow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2" name="Picture 11" descr="fig_flow_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3" name="Picture 12" descr="fig_flow_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4" name="Picture 13" descr="fig_flow_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5" name="Picture 14" descr="fig_flow_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6" name="Picture 15" descr="fig_flow_L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7" name="Picture 16" descr="fig_flow_L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21" y="2103120"/>
            <a:ext cx="1041545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Libraries vs.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Which one is in control of your program, and what that costs you either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114771"/>
            <a:ext cx="11612880" cy="4045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vs.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company, two tools. The dividing line is whether the work can go back a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9584"/>
            <a:ext cx="11612880" cy="4116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50" b="1" i="0">
                <a:solidFill>
                  <a:srgbClr val="0F172A"/>
                </a:solidFill>
                <a:latin typeface="Helvetica Neue"/>
              </a:rPr>
              <a:t>Three questions on evaluation, fairness, and responsible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Each question starts from an assigned reading. Answer from a company you have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91" y="2194560"/>
            <a:ext cx="918671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