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youtube.com/watch?v=eMlx5fFNoYc"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tickets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90383" y="1965960"/>
            <a:ext cx="5610928" cy="4251960"/>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How the meaning gets in there.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fig_blockflow.png"/>
          <p:cNvPicPr>
            <a:picLocks noChangeAspect="1"/>
          </p:cNvPicPr>
          <p:nvPr/>
        </p:nvPicPr>
        <p:blipFill>
          <a:blip r:embed="rId2"/>
          <a:stretch>
            <a:fillRect/>
          </a:stretch>
        </p:blipFill>
        <p:spPr>
          <a:xfrm>
            <a:off x="607178" y="1632204"/>
            <a:ext cx="10977337" cy="4315968"/>
          </a:xfrm>
          <a:prstGeom prst="rect">
            <a:avLst/>
          </a:prstGeom>
        </p:spPr>
      </p:pic>
      <p:sp>
        <p:nvSpPr>
          <p:cNvPr id="15" name="TextBox 14"/>
          <p:cNvSpPr txBox="1"/>
          <p:nvPr/>
        </p:nvSpPr>
        <p:spPr>
          <a:xfrm>
            <a:off x="640080" y="6035040"/>
            <a:ext cx="10881360" cy="310896"/>
          </a:xfrm>
          <a:prstGeom prst="rect">
            <a:avLst/>
          </a:prstGeom>
          <a:noFill/>
        </p:spPr>
        <p:txBody>
          <a:bodyPr wrap="square">
            <a:spAutoFit/>
          </a:bodyPr>
          <a:lstStyle/>
          <a:p>
            <a:pPr algn="ctr"/>
            <a:r>
              <a:rPr sz="1350" i="1">
                <a:solidFill>
                  <a:srgbClr val="475569"/>
                </a:solidFill>
                <a:latin typeface="Helvetica Neue"/>
              </a:rPr>
              <a:t>You built this in Lecture 11.     Go deeper:  </a:t>
            </a:r>
            <a:r>
              <a:rPr sz="1350" b="1" u="sng">
                <a:solidFill>
                  <a:srgbClr val="1D4ED8"/>
                </a:solidFill>
                <a:latin typeface="Helvetica Neue"/>
                <a:hlinkClick r:id="rId3"/>
              </a:rPr>
              <a:t>3Blue1Brown, Attention in transformers (26 min)</a:t>
            </a:r>
          </a:p>
        </p:txBody>
      </p:sp>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0" name="TextBox 19"/>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