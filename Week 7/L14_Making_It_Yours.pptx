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7 · 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F172A"/>
                </a:solidFill>
                <a:latin typeface="Helvetica Neue"/>
              </a:rPr>
              <a:t>Making It Yours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Part 2: the layer that learns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We have our own data. What would it actually buy us,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and what would it cost?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475569"/>
                </a:solidFill>
                <a:latin typeface="Helvetica Neue"/>
              </a:rPr>
              <a:t>Seven rungs. Tonight we climb four of them and find out where to 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WEEK 7 ·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Language Models &amp; Transformers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map as last lecture. Greyed out is what we have already done; tonight is the bottom four.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25280"/>
            <a:ext cx="11430000" cy="43161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WHERE WE LEFT 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Last lecture, with no training data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company, same inbox, same copilot. Tonight we ask what our own data would add.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55053"/>
            <a:ext cx="11155680" cy="18109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TONIGHT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There are seven ways to make a model yours.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Read it bottom to top. Cost climbs steeply. The payoff flattens early.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949" y="1874519"/>
            <a:ext cx="903579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HOW THE READING ABILITY WAS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Helvetica Neue"/>
              </a:rPr>
              <a:t>Hide some of the words. Make it guess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exercise BERT was trained on, and the two odd details that make it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98852"/>
            <a:ext cx="11430000" cy="40776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WHY ANY OF THIS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Helvetica Neue"/>
              </a:rPr>
              <a:t>Somebody already paid to teach it English.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This is the exercise they used. It needs no labelled data, which is why it could be done at scale.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73672"/>
            <a:ext cx="11155680" cy="38365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906816" y="6345936"/>
            <a:ext cx="364479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4923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226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923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904" y="6460236"/>
            <a:ext cx="169712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WHY ANY OF THIS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0F172A"/>
                </a:solidFill>
                <a:latin typeface="Helvetica Neue"/>
              </a:rPr>
              <a:t>And here is exactly what it does not know.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fill-in-the-blank game, asked about our world instead of the general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jargon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63061"/>
            <a:ext cx="11155680" cy="3857757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 on Cobalt jargon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TWO SHAPES OF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whole difference is one blacked-out triangle.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row is a word doing the looking. Every column is a word it is allowed to look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402" y="1965960"/>
            <a:ext cx="1008489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TWO SHAPES OF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Why BERT reads and GPT writes.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transformer block from last lecture. One difference: may a word look to its right?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enc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7305"/>
            <a:ext cx="11155680" cy="21664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05802" y="6345936"/>
            <a:ext cx="4445812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8218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1250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48218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2890" y="6460236"/>
            <a:ext cx="24981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BERT reads and GPT writes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PRETRAINING TO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Helvetica Neue"/>
              </a:rPr>
              <a:t>You are bolting a small piece on top.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Not retraining the model. What the words actually describe, and what the book says the default should 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ft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035321"/>
            <a:ext cx="11247120" cy="42046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50" b="1" i="0">
                <a:solidFill>
                  <a:srgbClr val="0F172A"/>
                </a:solidFill>
                <a:latin typeface="Helvetica Neue"/>
              </a:rPr>
              <a:t>Freeze the model. Learn one small rule.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cheapest thing you can do with labelled data, and the one almost nobody tries first.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00822"/>
            <a:ext cx="11155680" cy="35822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4: train a head on 320 labels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F172A"/>
                </a:solidFill>
                <a:latin typeface="Helvetica Neue"/>
              </a:rPr>
              <a:t>Now spend twenty thousand times more.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320 tickets. Every weight in the model is free to move. Predict before you look.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85832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0967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16617"/>
            <a:ext cx="11155680" cy="335064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7714" y="6460236"/>
            <a:ext cx="276331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5: fine-tune the whole model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HOW MANY LABELS?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your own data actually buys.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rungs, every budget, measured on tickets neither of them ever trained 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fi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96" y="1965960"/>
            <a:ext cx="8140702" cy="40233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learning curve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The cheap rung is above the expensive one at every budget we can afford. And the curve bends: the next hundred labels is worth less than the last.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GAME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You have money for 240 labels.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Thirty minutes. Same budget for every team. The results are not close.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gam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936926"/>
            <a:ext cx="11155680" cy="244718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05548" y="6345936"/>
            <a:ext cx="4646066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47964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0996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7964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1216" y="6460236"/>
            <a:ext cx="2629814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GAME: your labelling budget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THE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Same budget. Same model. Same code.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Only the choice of WHICH 240 tickets to pay for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2620080"/>
            <a:ext cx="10424160" cy="26236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Helvetica Neue"/>
              </a:rPr>
              <a:t>0.247 macro-F1 points between best and worst, for exactly the same money. Only one strategy beat random, and every rule that ranked by a score lost to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Cover the space, not the score.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What each strategy actually bought. Flat bars at the top, lopsided ones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58" y="1965960"/>
            <a:ext cx="9668377" cy="39776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167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Nobody could balance on the true labels: that is what we were paying for. Covering the vector space bought an even spread anyway, for free.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And it is not a coincidence.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Every strategy from the reveal, plotted by how lopsided its purchase turned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im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333" y="2011680"/>
            <a:ext cx="7591027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1">
                <a:solidFill>
                  <a:srgbClr val="475569"/>
                </a:solidFill>
                <a:latin typeface="Helvetica Neue"/>
              </a:rPr>
              <a:t>Your selection rule quietly chooses your training distribution. Any rule that sorts by a score will skew it, and nobody notices until the model has a hole in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ROBERTA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Same architecture. Better recipe.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What actually changed between BERT and the model that beat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36808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81944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ob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72" y="1965960"/>
            <a:ext cx="9446349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THE TOP OF THE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Should Cobalt train its own model?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Somebody in the room is thinking it, so let us price it honestly.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1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0645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102514"/>
            <a:ext cx="11155680" cy="2116011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4534" y="6345936"/>
            <a:ext cx="544708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4695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98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695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0202" y="6460236"/>
            <a:ext cx="343082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RUNGS 6 and 7: should Cobalt train its own?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FULL CIRCLE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Everything from both lectures, on one axis.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Two evenings, one afternoon of labelling, no GPU bill.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154" y="2011680"/>
            <a:ext cx="8583385" cy="37947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Helvetica Neue"/>
              </a:rPr>
              <a:t>Adapting a model is mostly a purchasing decision, not an engineering 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BEFORE YOU 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things you can do at work on Monday.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295144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682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23113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Plot the curve before you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532888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Label a few hundred, plot accuracy against budget, and find where it flattens. Teams routinely label for months past the point it changed a decision.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99815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3337559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41071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3273551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Try the cheap rung 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575303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Frozen embeddings and a simple classifier. Make the expensive option prove it is better before you approve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42231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7" y="4379975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45312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159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Check the class mix you bought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617719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Whatever rule chose your training data also chose your blind spots. Look for the zeros.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84648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5422392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5495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5358384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Ask what rung they tried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660136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When somebody proposes training a model from scratch, that is the question that ends the meeting early.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